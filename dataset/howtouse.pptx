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21599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 varScale="1">
        <p:scale>
          <a:sx n="41" d="100"/>
          <a:sy n="41" d="100"/>
        </p:scale>
        <p:origin x="112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534924"/>
            <a:ext cx="10363200" cy="7519835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1344752"/>
            <a:ext cx="9144000" cy="5214884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CD59-2753-4196-A889-C6F11109FA21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C794-322C-4AFB-8607-BB728BBE1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2555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CD59-2753-4196-A889-C6F11109FA21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C794-322C-4AFB-8607-BB728BBE1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949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5384888"/>
            <a:ext cx="10515600" cy="8984801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454688"/>
            <a:ext cx="10515600" cy="472489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CD59-2753-4196-A889-C6F11109FA21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C794-322C-4AFB-8607-BB728BBE1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346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5749874"/>
            <a:ext cx="5181600" cy="137047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5749874"/>
            <a:ext cx="5181600" cy="137047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CD59-2753-4196-A889-C6F11109FA21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C794-322C-4AFB-8607-BB728BBE1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788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149979"/>
            <a:ext cx="10515600" cy="417491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5294885"/>
            <a:ext cx="5157787" cy="259494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7889827"/>
            <a:ext cx="5157787" cy="1160474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5294885"/>
            <a:ext cx="5183188" cy="259494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7889827"/>
            <a:ext cx="5183188" cy="1160474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CD59-2753-4196-A889-C6F11109FA21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C794-322C-4AFB-8607-BB728BBE1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293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CD59-2753-4196-A889-C6F11109FA21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C794-322C-4AFB-8607-BB728BBE1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585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CD59-2753-4196-A889-C6F11109FA21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C794-322C-4AFB-8607-BB728BBE1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55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439968"/>
            <a:ext cx="3932237" cy="503988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109937"/>
            <a:ext cx="6172200" cy="15349662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6479857"/>
            <a:ext cx="3932237" cy="1200473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CD59-2753-4196-A889-C6F11109FA21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C794-322C-4AFB-8607-BB728BBE1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166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439968"/>
            <a:ext cx="3932237" cy="503988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109937"/>
            <a:ext cx="6172200" cy="15349662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6479857"/>
            <a:ext cx="3932237" cy="1200473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CD59-2753-4196-A889-C6F11109FA21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C794-322C-4AFB-8607-BB728BBE1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779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CD59-2753-4196-A889-C6F11109FA21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C794-322C-4AFB-8607-BB728BBE1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369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1149975"/>
            <a:ext cx="2628900" cy="1830459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1149975"/>
            <a:ext cx="7734300" cy="18304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CD59-2753-4196-A889-C6F11109FA21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C794-322C-4AFB-8607-BB728BBE1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060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149979"/>
            <a:ext cx="10515600" cy="417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5749874"/>
            <a:ext cx="10515600" cy="1370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0019564"/>
            <a:ext cx="2743200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27CD59-2753-4196-A889-C6F11109FA21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0019564"/>
            <a:ext cx="4114800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0019564"/>
            <a:ext cx="2743200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52C794-322C-4AFB-8607-BB728BBE1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387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1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1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FBD359-5C7B-604D-8E8A-A3CDA0523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782" y="462497"/>
            <a:ext cx="10288436" cy="632548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D619FAB-8DF1-6CA3-12F0-A28F44A587E3}"/>
              </a:ext>
            </a:extLst>
          </p:cNvPr>
          <p:cNvSpPr/>
          <p:nvPr/>
        </p:nvSpPr>
        <p:spPr>
          <a:xfrm>
            <a:off x="4164037" y="2067241"/>
            <a:ext cx="1181686" cy="4783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5A6ACF-BDDA-442F-00EC-385D2C26F7B1}"/>
              </a:ext>
            </a:extLst>
          </p:cNvPr>
          <p:cNvSpPr/>
          <p:nvPr/>
        </p:nvSpPr>
        <p:spPr>
          <a:xfrm>
            <a:off x="8185053" y="4836231"/>
            <a:ext cx="1549790" cy="4783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E9C0441-8753-8A2E-6604-8C3A7E8F5C23}"/>
              </a:ext>
            </a:extLst>
          </p:cNvPr>
          <p:cNvGrpSpPr/>
          <p:nvPr/>
        </p:nvGrpSpPr>
        <p:grpSpPr>
          <a:xfrm>
            <a:off x="5468810" y="1873809"/>
            <a:ext cx="2055940" cy="2120707"/>
            <a:chOff x="4724397" y="2057397"/>
            <a:chExt cx="2743206" cy="2743206"/>
          </a:xfrm>
        </p:grpSpPr>
        <p:pic>
          <p:nvPicPr>
            <p:cNvPr id="9" name="그림 8" descr="만화 영화, 원, 클립아트, 일러스트레이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9332DE5-EEC2-FB4B-FB20-9D5D190F6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4397" y="2057397"/>
              <a:ext cx="2743206" cy="2743206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BBA48AB-0E65-6857-990E-D2F516C6CD91}"/>
                </a:ext>
              </a:extLst>
            </p:cNvPr>
            <p:cNvSpPr txBox="1"/>
            <p:nvPr/>
          </p:nvSpPr>
          <p:spPr>
            <a:xfrm>
              <a:off x="4853353" y="2361093"/>
              <a:ext cx="661181" cy="597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rgbClr val="FF0000"/>
                  </a:solidFill>
                </a:rPr>
                <a:t>1</a:t>
              </a:r>
              <a:endParaRPr lang="ko-KR" altLang="en-US" sz="2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B149CCC-F0A0-F9B2-F345-8C7F56467AE7}"/>
              </a:ext>
            </a:extLst>
          </p:cNvPr>
          <p:cNvGrpSpPr/>
          <p:nvPr/>
        </p:nvGrpSpPr>
        <p:grpSpPr>
          <a:xfrm>
            <a:off x="9184278" y="3931016"/>
            <a:ext cx="2055940" cy="2120707"/>
            <a:chOff x="4724397" y="2057397"/>
            <a:chExt cx="2743206" cy="2743206"/>
          </a:xfrm>
        </p:grpSpPr>
        <p:pic>
          <p:nvPicPr>
            <p:cNvPr id="13" name="그림 12" descr="만화 영화, 원, 클립아트, 일러스트레이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897B183-73DD-4C03-A531-E67E0BD1D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4397" y="2057397"/>
              <a:ext cx="2743206" cy="274320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B2F43C1-DBE8-E1EF-C720-318A2F8CA287}"/>
                </a:ext>
              </a:extLst>
            </p:cNvPr>
            <p:cNvSpPr txBox="1"/>
            <p:nvPr/>
          </p:nvSpPr>
          <p:spPr>
            <a:xfrm>
              <a:off x="4853353" y="2361093"/>
              <a:ext cx="661181" cy="597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rgbClr val="FF0000"/>
                  </a:solidFill>
                </a:rPr>
                <a:t>2</a:t>
              </a:r>
              <a:endParaRPr lang="ko-KR" altLang="en-US" sz="2400" b="1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5" name="그림 1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8167A8-7217-F03C-C606-680648F64B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782" y="6787980"/>
            <a:ext cx="10288436" cy="6325483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8F3C1B1F-32DE-969A-0D90-7715E3BEC475}"/>
              </a:ext>
            </a:extLst>
          </p:cNvPr>
          <p:cNvSpPr/>
          <p:nvPr/>
        </p:nvSpPr>
        <p:spPr>
          <a:xfrm>
            <a:off x="2006600" y="12236721"/>
            <a:ext cx="795210" cy="444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0DE4C42-BC4B-F98F-0A57-9ED94F8AE4DE}"/>
              </a:ext>
            </a:extLst>
          </p:cNvPr>
          <p:cNvGrpSpPr/>
          <p:nvPr/>
        </p:nvGrpSpPr>
        <p:grpSpPr>
          <a:xfrm>
            <a:off x="2606500" y="11030417"/>
            <a:ext cx="2055940" cy="2120707"/>
            <a:chOff x="4724397" y="2057397"/>
            <a:chExt cx="2743206" cy="2743206"/>
          </a:xfrm>
        </p:grpSpPr>
        <p:pic>
          <p:nvPicPr>
            <p:cNvPr id="18" name="그림 17" descr="만화 영화, 원, 클립아트, 일러스트레이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720E9E9-CEA2-5E76-242B-4F40964BC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4397" y="2057397"/>
              <a:ext cx="2743206" cy="2743206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87A6F66-6AD9-9BA3-87C9-012A886899F7}"/>
                </a:ext>
              </a:extLst>
            </p:cNvPr>
            <p:cNvSpPr txBox="1"/>
            <p:nvPr/>
          </p:nvSpPr>
          <p:spPr>
            <a:xfrm>
              <a:off x="4853353" y="2361093"/>
              <a:ext cx="661181" cy="597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rgbClr val="FF0000"/>
                  </a:solidFill>
                </a:rPr>
                <a:t>3</a:t>
              </a:r>
              <a:endParaRPr lang="ko-KR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B263CC6-A243-8FF1-0539-DF96D4367195}"/>
              </a:ext>
            </a:extLst>
          </p:cNvPr>
          <p:cNvSpPr txBox="1"/>
          <p:nvPr/>
        </p:nvSpPr>
        <p:spPr>
          <a:xfrm>
            <a:off x="4604520" y="11997306"/>
            <a:ext cx="3219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rgbClr val="FF0000"/>
                </a:solidFill>
              </a:rPr>
              <a:t>원하는 이미지 선택</a:t>
            </a:r>
          </a:p>
        </p:txBody>
      </p:sp>
      <p:pic>
        <p:nvPicPr>
          <p:cNvPr id="22" name="그림 21" descr="만화 영화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EDF303-EE1A-6E74-6340-3AC1DF50E2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959948" y="8808577"/>
            <a:ext cx="2138042" cy="1991185"/>
          </a:xfrm>
          <a:prstGeom prst="rect">
            <a:avLst/>
          </a:prstGeom>
        </p:spPr>
      </p:pic>
      <p:pic>
        <p:nvPicPr>
          <p:cNvPr id="24" name="그림 23" descr="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855D28-EF4E-F17D-C75F-4699EAECDC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05654" y="7727953"/>
            <a:ext cx="354236" cy="279397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C9FFB3A1-D97B-888D-32EE-3E211357BC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1057" y="7222078"/>
            <a:ext cx="261717" cy="27549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E65B93EC-3F6D-FC5E-3CC2-C8B44B0275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4795" y="906912"/>
            <a:ext cx="261717" cy="275493"/>
          </a:xfrm>
          <a:prstGeom prst="rect">
            <a:avLst/>
          </a:prstGeom>
        </p:spPr>
      </p:pic>
      <p:pic>
        <p:nvPicPr>
          <p:cNvPr id="32" name="그림 31" descr="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AB738D-F36D-3436-5F62-E398662C54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9292" y="1424728"/>
            <a:ext cx="562053" cy="60968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8640286-EB55-B3F8-D451-71672D971FD7}"/>
              </a:ext>
            </a:extLst>
          </p:cNvPr>
          <p:cNvSpPr txBox="1"/>
          <p:nvPr/>
        </p:nvSpPr>
        <p:spPr>
          <a:xfrm>
            <a:off x="951782" y="13341466"/>
            <a:ext cx="3219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</a:rPr>
              <a:t>20</a:t>
            </a:r>
            <a:r>
              <a:rPr lang="ko-KR" altLang="en-US" sz="2400" b="1" dirty="0">
                <a:solidFill>
                  <a:srgbClr val="FF0000"/>
                </a:solidFill>
              </a:rPr>
              <a:t>분 후</a:t>
            </a:r>
            <a:r>
              <a:rPr lang="en-US" altLang="ko-KR" sz="2400" b="1" dirty="0">
                <a:solidFill>
                  <a:srgbClr val="FF0000"/>
                </a:solidFill>
              </a:rPr>
              <a:t>…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37" name="그림 36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D52140-F95B-5135-1578-AF890E086E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1782" y="13849314"/>
            <a:ext cx="10288436" cy="6325483"/>
          </a:xfrm>
          <a:prstGeom prst="rect">
            <a:avLst/>
          </a:prstGeom>
        </p:spPr>
      </p:pic>
      <p:pic>
        <p:nvPicPr>
          <p:cNvPr id="38" name="그림 37" descr="만화 영화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91064E-A47B-5276-BD64-1D9A9BB381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029630" flipH="1">
            <a:off x="9064569" y="17248931"/>
            <a:ext cx="2138042" cy="1991185"/>
          </a:xfrm>
          <a:prstGeom prst="rect">
            <a:avLst/>
          </a:prstGeom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11BE6D20-78BE-B59F-E794-A0D93B55B8E1}"/>
              </a:ext>
            </a:extLst>
          </p:cNvPr>
          <p:cNvSpPr/>
          <p:nvPr/>
        </p:nvSpPr>
        <p:spPr>
          <a:xfrm>
            <a:off x="2301335" y="17907711"/>
            <a:ext cx="1724565" cy="4310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2E85832-00C4-7B59-CDF1-F399489B53B4}"/>
              </a:ext>
            </a:extLst>
          </p:cNvPr>
          <p:cNvGrpSpPr/>
          <p:nvPr/>
        </p:nvGrpSpPr>
        <p:grpSpPr>
          <a:xfrm>
            <a:off x="4040060" y="17012055"/>
            <a:ext cx="2055940" cy="2120707"/>
            <a:chOff x="4724397" y="2057397"/>
            <a:chExt cx="2743206" cy="2743206"/>
          </a:xfrm>
        </p:grpSpPr>
        <p:pic>
          <p:nvPicPr>
            <p:cNvPr id="41" name="그림 40" descr="만화 영화, 원, 클립아트, 일러스트레이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559128D-1084-9F03-38A9-236B3114D3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4397" y="2057397"/>
              <a:ext cx="2743206" cy="2743206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C438126-148F-F462-E60B-ACDEC4931CF3}"/>
                </a:ext>
              </a:extLst>
            </p:cNvPr>
            <p:cNvSpPr txBox="1"/>
            <p:nvPr/>
          </p:nvSpPr>
          <p:spPr>
            <a:xfrm>
              <a:off x="4853353" y="2361093"/>
              <a:ext cx="661181" cy="597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rgbClr val="FF0000"/>
                  </a:solidFill>
                </a:rPr>
                <a:t>4</a:t>
              </a:r>
              <a:endParaRPr lang="ko-KR" altLang="en-US" sz="24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4759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565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11</Words>
  <Application>Microsoft Office PowerPoint</Application>
  <PresentationFormat>사용자 지정</PresentationFormat>
  <Paragraphs>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조현건</dc:creator>
  <cp:lastModifiedBy>조현건</cp:lastModifiedBy>
  <cp:revision>1</cp:revision>
  <dcterms:created xsi:type="dcterms:W3CDTF">2026-01-20T13:17:02Z</dcterms:created>
  <dcterms:modified xsi:type="dcterms:W3CDTF">2026-01-20T13:35:36Z</dcterms:modified>
</cp:coreProperties>
</file>